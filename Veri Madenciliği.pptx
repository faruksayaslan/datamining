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9AF0C4-BDAD-C90E-495C-A71A6C308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9433917-53B5-E55A-7CD3-2EB879EFE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568C48-621E-0A2F-5842-9256A719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87A64B5-0B3F-57B3-1FCC-DDFD1EB7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055481D-8FB2-2A91-E047-96EBAFC6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37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F463DA-BC6A-1E7D-47F8-5BFEC597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F7D5DC-E844-D190-C7C9-DD1A6BBEA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003B60-C19B-938E-AC20-F5B97885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0190E1F-4291-BD38-7B82-974F0181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09126B-771A-2F4F-7AEA-A143F201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943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1D025D-D038-9239-2590-E234C8D9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BC3DA4B-496E-A08A-B214-E17D8B18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357B5EF-431D-4FB2-8931-83A4933E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482C624-1B3C-A7D7-7A88-7679278C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3CD427A-CAD7-0780-C859-BF8EFF2B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979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E9D8E1-E1FC-6E2A-DB4C-BAE1A8F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DE4379-7BC1-742A-A0D4-DEBA17E02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CA1788B-28D0-A321-44E3-98CA492CA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725ACD2-F0CF-2F26-F668-8EAB78CB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B470C22-A221-24EC-2B3B-2B55D5CF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B6925D0-CE9B-4DF3-C242-6B07ECEB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09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83CA4F-8C00-E633-3EB6-B181473B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2D1336B-B3D1-1F0D-5293-47752942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B41B061-B881-3471-3C9E-7B6518601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3988574-8C52-3278-0C11-A906C62D3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0C0419B-EED0-001B-4108-3B7B077CF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E7F5A33-E608-01DB-3BAF-44DC4B0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909B37E-355D-518B-F621-E9918ECF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23E2215-1578-EEF5-C6F9-2760F058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249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5EA96C-0B08-055E-610F-D7786DF6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E82CE07-2F3C-EA69-F97D-E705E2193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6873E49-6C1D-5986-E15C-C1BFBC66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713941B-E820-5398-C913-4F0A06DB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852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3FF8BB7-6680-3D3E-095F-D96C5D5D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D121B93-5EC8-37B2-F0EE-B4FD035D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D496911-4C58-3848-59DF-F410A382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880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7D2503-EBBB-D504-261C-6A0B6186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E312F9-8326-69D2-289A-A3C3AA261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3B21E80-2ACB-24AD-7B3A-9292F49A7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66166D5-AD13-A194-F0D5-F0F66A17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3EC3252-23FE-DFAA-B30B-C4BA3083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14545CF-0CFB-70E9-7693-89E2C709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526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5B64B6-DC6D-0650-2F5B-3B3EB32C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B3C37FE-12DC-4544-D159-D0260C130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47D7E1D-1ED6-87C9-4137-1AB6F9712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EDACD75-DC26-C281-028A-4A96DD56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48136AE-9482-04EF-5316-D1C71CBC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4D4DE18-30F2-5FA7-EEAB-F7589787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464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AB72EF-AB10-BDB5-5B50-09BA906B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E48FC63-70C0-CAB7-12B9-3FC1BEFAD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C45177-01BC-FF26-2E00-989907AF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057401D-D3A6-83D4-C6F6-76AC9CA0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A0D4E2-18A4-6AB4-DF44-6C053377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708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6087B89-EA10-4A04-7324-0D926A81D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459A1B5-EA89-DCB7-AD41-2C6A688AD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83A26B-B404-D959-A12B-F4816190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B50FDFA-0906-164B-7F7B-7829367A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1754870-0C2E-B080-B3B7-02BEA177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122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1CD2FC7-0A5D-CD0A-CDC2-D24762D8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E340D2F-18F5-03FE-D816-0DF8464F9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24FAF5-D999-1135-E038-E310074F7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08BE4-48E6-4FB5-A9E4-1A066BDFB7F3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D5B329B-F981-15CA-5818-70B3E03F3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23FA49-27D6-F097-D6E0-5BFB1E38C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F9198-EB2B-4E92-9DC1-39E3FA4A565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997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CF549D-8D83-59CA-35E5-9EF5A7E0D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Veri Madenciliği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6535A00-1355-6939-948F-E211191AF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Makale İnceleme</a:t>
            </a:r>
          </a:p>
          <a:p>
            <a:r>
              <a:rPr lang="tr-TR" dirty="0"/>
              <a:t>Web Log Verileri Üzerine Web Madenciliği Yaklaşımı: Kullanıcı Davranışı Analizi, Sayfa Geçiş Modelleri ve Navigasyon Örüntülerinin Keşfi</a:t>
            </a:r>
          </a:p>
        </p:txBody>
      </p:sp>
    </p:spTree>
    <p:extLst>
      <p:ext uri="{BB962C8B-B14F-4D97-AF65-F5344CB8AC3E}">
        <p14:creationId xmlns:p14="http://schemas.microsoft.com/office/powerpoint/2010/main" val="202626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CD160A-8749-1ACD-66AE-D34C3DF9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Seçilen Makaleler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07E0AE-8AE7-C5DA-9F48-3DE1429B5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Makale 1: </a:t>
            </a:r>
            <a:r>
              <a:rPr lang="en-US" dirty="0"/>
              <a:t>Dhyani, D., Bhowmick, S., &amp; Ng, W. K. (2003, September). Modelling and predicting a web page accesses using Markov processes. In </a:t>
            </a:r>
            <a:r>
              <a:rPr lang="en-US" i="1" dirty="0"/>
              <a:t>14th International Workshop on Database and Expert Systems Applications, 2003. Proceedings.</a:t>
            </a:r>
            <a:r>
              <a:rPr lang="en-US" dirty="0"/>
              <a:t> (pp. 332-336). IEEE.</a:t>
            </a:r>
            <a:endParaRPr lang="tr-TR" dirty="0"/>
          </a:p>
          <a:p>
            <a:r>
              <a:rPr lang="tr-TR" dirty="0"/>
              <a:t>Makale 2: </a:t>
            </a:r>
            <a:r>
              <a:rPr lang="tr-TR" dirty="0" err="1"/>
              <a:t>JinHuaXu</a:t>
            </a:r>
            <a:r>
              <a:rPr lang="tr-TR" dirty="0"/>
              <a:t>, &amp; </a:t>
            </a:r>
            <a:r>
              <a:rPr lang="tr-TR" dirty="0" err="1"/>
              <a:t>HongLiu</a:t>
            </a:r>
            <a:r>
              <a:rPr lang="tr-TR" dirty="0"/>
              <a:t>. (2010, </a:t>
            </a:r>
            <a:r>
              <a:rPr lang="tr-TR" dirty="0" err="1"/>
              <a:t>October</a:t>
            </a:r>
            <a:r>
              <a:rPr lang="tr-TR" dirty="0"/>
              <a:t>). Web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clustering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KMeans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 </a:t>
            </a:r>
            <a:r>
              <a:rPr lang="tr-TR" i="1" dirty="0"/>
              <a:t>2010 </a:t>
            </a:r>
            <a:r>
              <a:rPr lang="tr-TR" i="1" dirty="0" err="1"/>
              <a:t>international</a:t>
            </a:r>
            <a:r>
              <a:rPr lang="tr-TR" i="1" dirty="0"/>
              <a:t> </a:t>
            </a:r>
            <a:r>
              <a:rPr lang="tr-TR" i="1" dirty="0" err="1"/>
              <a:t>conference</a:t>
            </a:r>
            <a:r>
              <a:rPr lang="tr-TR" i="1" dirty="0"/>
              <a:t> on </a:t>
            </a:r>
            <a:r>
              <a:rPr lang="tr-TR" i="1" dirty="0" err="1"/>
              <a:t>information</a:t>
            </a:r>
            <a:r>
              <a:rPr lang="tr-TR" i="1" dirty="0"/>
              <a:t>, </a:t>
            </a:r>
            <a:r>
              <a:rPr lang="tr-TR" i="1" dirty="0" err="1"/>
              <a:t>networking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automation</a:t>
            </a:r>
            <a:r>
              <a:rPr lang="tr-TR" i="1" dirty="0"/>
              <a:t> (ICINA)</a:t>
            </a:r>
            <a:r>
              <a:rPr lang="tr-TR" dirty="0"/>
              <a:t> (</a:t>
            </a:r>
            <a:r>
              <a:rPr lang="tr-TR" dirty="0" err="1"/>
              <a:t>Vol</a:t>
            </a:r>
            <a:r>
              <a:rPr lang="tr-TR" dirty="0"/>
              <a:t>. 2, </a:t>
            </a:r>
            <a:r>
              <a:rPr lang="tr-TR" dirty="0" err="1"/>
              <a:t>pp</a:t>
            </a:r>
            <a:r>
              <a:rPr lang="tr-TR" dirty="0"/>
              <a:t>. V2-6). IEEE.</a:t>
            </a:r>
          </a:p>
        </p:txBody>
      </p:sp>
    </p:spTree>
    <p:extLst>
      <p:ext uri="{BB962C8B-B14F-4D97-AF65-F5344CB8AC3E}">
        <p14:creationId xmlns:p14="http://schemas.microsoft.com/office/powerpoint/2010/main" val="22642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DEAE53-CC73-164F-7959-4960DEB1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Makale 1 İncelemesi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6E78C1-A780-A202-F3CA-C978A82AE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İlgili makalede Web sayfası erişimlerini modellemek ve tahmin etmek için Markov süreçlerine dayalı modeller önermeyi amaçlamıştır. </a:t>
            </a:r>
          </a:p>
          <a:p>
            <a:r>
              <a:rPr lang="tr-TR" dirty="0"/>
              <a:t>Markov modellerinin, kullanıcıların ‘hafızasız’ kabul edilebilecek ardışık sayfa ziyaretlerini modellemede kullanışlı bir çerçeve sunduğu gösterilmiştir. </a:t>
            </a:r>
          </a:p>
          <a:p>
            <a:r>
              <a:rPr lang="tr-TR" dirty="0"/>
              <a:t>Web’deki gezinme sürecini Markov zinciri olarak modelleyerek olasılıkları belirlemiştir.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1152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Geniş ekran</PresentationFormat>
  <Paragraphs>10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Teması</vt:lpstr>
      <vt:lpstr>Veri Madenciliği</vt:lpstr>
      <vt:lpstr>Seçilen Makaleler</vt:lpstr>
      <vt:lpstr>Makale 1 İncelemesi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FARUK SAYASLAN</dc:creator>
  <cp:lastModifiedBy>FARUK SAYASLAN</cp:lastModifiedBy>
  <cp:revision>1</cp:revision>
  <dcterms:created xsi:type="dcterms:W3CDTF">2025-12-23T09:58:29Z</dcterms:created>
  <dcterms:modified xsi:type="dcterms:W3CDTF">2025-12-23T09:58:35Z</dcterms:modified>
</cp:coreProperties>
</file>